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6f5bc49a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6f5bc49a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6f5bc49a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6f5bc49a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6f5bc49ae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6f5bc49ae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f5bc49a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6f5bc49a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Small Modular Nuclear Reactors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By Leroy, Sam, </a:t>
            </a:r>
            <a:r>
              <a:rPr lang="en-GB"/>
              <a:t>Victor</a:t>
            </a:r>
            <a:r>
              <a:rPr lang="en-GB"/>
              <a:t>, Aaron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1800">
                <a:latin typeface="Calibri"/>
                <a:ea typeface="Calibri"/>
                <a:cs typeface="Calibri"/>
                <a:sym typeface="Calibri"/>
              </a:rPr>
              <a:t>Part 3: Presentation (5%) </a:t>
            </a:r>
            <a:endParaRPr>
              <a:latin typeface="Calibri"/>
              <a:ea typeface="Calibri"/>
              <a:cs typeface="Calibri"/>
              <a:sym typeface="Calibri"/>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Calibri"/>
              <a:buChar char="●"/>
            </a:pPr>
            <a:r>
              <a:rPr lang="en-GB">
                <a:solidFill>
                  <a:schemeClr val="dk1"/>
                </a:solidFill>
                <a:latin typeface="Calibri"/>
                <a:ea typeface="Calibri"/>
                <a:cs typeface="Calibri"/>
                <a:sym typeface="Calibri"/>
              </a:rPr>
              <a:t>Due Monday 12 October at 11:55pm</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Presentation slides and references list</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GB">
                <a:solidFill>
                  <a:schemeClr val="dk1"/>
                </a:solidFill>
                <a:latin typeface="Calibri"/>
                <a:ea typeface="Calibri"/>
                <a:cs typeface="Calibri"/>
                <a:sym typeface="Calibri"/>
              </a:rPr>
              <a:t>15 minute presentation. </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GB">
                <a:solidFill>
                  <a:schemeClr val="dk1"/>
                </a:solidFill>
                <a:latin typeface="Calibri"/>
                <a:ea typeface="Calibri"/>
                <a:cs typeface="Calibri"/>
                <a:sym typeface="Calibri"/>
              </a:rPr>
              <a:t>3-5 minutes of questions after each presentation. </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GB">
                <a:solidFill>
                  <a:schemeClr val="dk1"/>
                </a:solidFill>
                <a:latin typeface="Calibri"/>
                <a:ea typeface="Calibri"/>
                <a:cs typeface="Calibri"/>
                <a:sym typeface="Calibri"/>
              </a:rPr>
              <a:t>Present at W11 Workshop/Practical Class </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Compulsory attendance</a:t>
            </a:r>
            <a:endParaRPr>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 hr of practical class allocated to project work:</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1. Conduct your own independent literature search (including industry publications, patents, and other literature, not just research papers) on your topic and proposed materials engineering initiatives, and use this information to outline the potential role of these initiatives in greenhouse gas reduction.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2. Use the various tools discussed in weeks 1-5 of MTE4593 to analyse the likely effects of your initiatives over their life cycle, across the triple bottom line. In particular, use Granta EduPack to perform quantitative environmental life-cycle analysis where it is feasible and adds value to your discussion.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3. Provide full calculations in an appendix, but give the final results and enough information that they can be understood in context within the main report.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4. Compare the results of your calculations with any related values discussed in the literature, and discuss the sources of any discrepancies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5. Suggest any new materials properties and process solutions that may need to be developed or could assist in the future in supporting the technology for your chosen option.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Marking</a:t>
            </a:r>
            <a:endParaRPr/>
          </a:p>
        </p:txBody>
      </p:sp>
      <p:sp>
        <p:nvSpPr>
          <p:cNvPr id="73" name="Google Shape;73;p16"/>
          <p:cNvSpPr txBox="1"/>
          <p:nvPr>
            <p:ph idx="1" type="body"/>
          </p:nvPr>
        </p:nvSpPr>
        <p:spPr>
          <a:xfrm>
            <a:off x="311700" y="1152475"/>
            <a:ext cx="3183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 Extent of scope: breadth of the chosen topic, and how much information is available. Teams will be rewarded for attacking topics that are complex and comprise many different aspects.</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GB">
                <a:solidFill>
                  <a:schemeClr val="dk1"/>
                </a:solidFill>
                <a:latin typeface="Calibri"/>
                <a:ea typeface="Calibri"/>
                <a:cs typeface="Calibri"/>
                <a:sym typeface="Calibri"/>
              </a:rPr>
              <a:t>● Thoroughness of analysis: depth and attention to detail, how well you consider all the individual parts that fall within that scope, including technical, socio-political and economic considerations. </a:t>
            </a:r>
            <a:endParaRPr>
              <a:solidFill>
                <a:schemeClr val="dk1"/>
              </a:solidFill>
              <a:latin typeface="Calibri"/>
              <a:ea typeface="Calibri"/>
              <a:cs typeface="Calibri"/>
              <a:sym typeface="Calibri"/>
            </a:endParaRPr>
          </a:p>
          <a:p>
            <a:pPr indent="457200" lvl="0" marL="0" rtl="0" algn="l">
              <a:lnSpc>
                <a:spcPct val="100000"/>
              </a:lnSpc>
              <a:spcBef>
                <a:spcPts val="0"/>
              </a:spcBef>
              <a:spcAft>
                <a:spcPts val="0"/>
              </a:spcAft>
              <a:buClr>
                <a:schemeClr val="dk1"/>
              </a:buClr>
              <a:buSzPct val="61111"/>
              <a:buFont typeface="Arial"/>
              <a:buNone/>
            </a:pPr>
            <a:r>
              <a:t/>
            </a:r>
            <a:endParaRPr/>
          </a:p>
        </p:txBody>
      </p:sp>
      <p:sp>
        <p:nvSpPr>
          <p:cNvPr id="74" name="Google Shape;74;p16"/>
          <p:cNvSpPr txBox="1"/>
          <p:nvPr/>
        </p:nvSpPr>
        <p:spPr>
          <a:xfrm>
            <a:off x="3829375" y="1059300"/>
            <a:ext cx="4189200" cy="3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Calibri"/>
                <a:ea typeface="Calibri"/>
                <a:cs typeface="Calibri"/>
                <a:sym typeface="Calibri"/>
              </a:rPr>
              <a:t>● Originality: tell us something we didn’t know. Try to look at some of the less intuitive solutions in the Drawdown site, not just solutions obviously directly related to materials use, and/or you could propose some non-obvious use of materials in a particular solution scenario. </a:t>
            </a:r>
            <a:endParaRPr sz="15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GB" sz="1500">
                <a:solidFill>
                  <a:schemeClr val="dk1"/>
                </a:solidFill>
                <a:latin typeface="Calibri"/>
                <a:ea typeface="Calibri"/>
                <a:cs typeface="Calibri"/>
                <a:sym typeface="Calibri"/>
              </a:rPr>
              <a:t>● Justification of methods: this should include a realistic assessment of uncertainties in your conclusions, and appropriate references where standard methods are used. </a:t>
            </a:r>
            <a:endParaRPr sz="15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1500">
                <a:solidFill>
                  <a:schemeClr val="dk1"/>
                </a:solidFill>
                <a:latin typeface="Calibri"/>
                <a:ea typeface="Calibri"/>
                <a:cs typeface="Calibri"/>
                <a:sym typeface="Calibri"/>
              </a:rPr>
              <a:t>● Professional communication: information clearly explained for a general audience. </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 list</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